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7FF"/>
                </a:solidFill>
                <a:latin typeface="Aptos Display"/>
              </a:defRPr>
            </a:pPr>
            <a:r>
              <a:t>Adaptive Agentic Directed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96 assays. Four rounds. One hidden GB1 landscape.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0" b="1">
                <a:solidFill>
                  <a:srgbClr val="2DD4BF"/>
                </a:solidFill>
                <a:latin typeface="Aptos Display"/>
              </a:defRPr>
            </a:pPr>
            <a:r>
              <a:t>IYGV   4.388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0332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8B3CF"/>
                </a:solidFill>
              </a:defRPr>
            </a:pPr>
            <a:r>
              <a:t>Best observed fitness after exactly 96 hidden-lab measurements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The scientific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Does evidence-driven strategy switching add value beyond the same surrogate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02</a:t>
            </a:r>
          </a:p>
        </p:txBody>
      </p:sp>
      <p:pic>
        <p:nvPicPr>
          <p:cNvPr id="5" name="Picture 4" descr="06_omnigent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840653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The discovery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A visible 4-round trajectory from initialization to a high-fitness double mutant.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03</a:t>
            </a:r>
          </a:p>
        </p:txBody>
      </p:sp>
      <p:pic>
        <p:nvPicPr>
          <p:cNvPr id="5" name="Picture 4" descr="01_discovery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292929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The agent changed its 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Omnigent shifted budget away from low-yield exploration and toward local/interaction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04</a:t>
            </a:r>
          </a:p>
        </p:txBody>
      </p:sp>
      <p:pic>
        <p:nvPicPr>
          <p:cNvPr id="5" name="Picture 4" descr="02_adaptive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277714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Evidence → strategy change →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The core Omnigent transition for the demo video.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05</a:t>
            </a:r>
          </a:p>
        </p:txBody>
      </p:sp>
      <p:pic>
        <p:nvPicPr>
          <p:cNvPr id="5" name="Picture 4" descr="07_adaptation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11868000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The biological surprise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IYGV showed strong positive epistasis while related combinations were antagonistic.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06</a:t>
            </a:r>
          </a:p>
        </p:txBody>
      </p:sp>
      <p:pic>
        <p:nvPicPr>
          <p:cNvPr id="5" name="Picture 4" descr="04_epist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289602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Why both model and agent mattered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The surrogate ranked the winner—but badly underpredicted its magnitude.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07</a:t>
            </a:r>
          </a:p>
        </p:txBody>
      </p:sp>
      <p:pic>
        <p:nvPicPr>
          <p:cNvPr id="5" name="Picture 4" descr="05_mode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282947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Where the assays paid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Model exploitation found the terminal best; local mutation found the best single.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08</a:t>
            </a:r>
          </a:p>
        </p:txBody>
      </p:sp>
      <p:pic>
        <p:nvPicPr>
          <p:cNvPr id="5" name="Picture 4" descr="03_sourc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304851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The honest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B3CF"/>
                </a:solidFill>
                <a:latin typeface="Aptos"/>
              </a:defRPr>
            </a:pPr>
            <a:r>
              <a:t>A compelling development run, not yet a causal superiority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B7CF6"/>
                </a:solidFill>
              </a:defRPr>
            </a:pPr>
            <a:r>
              <a:t>09</a:t>
            </a:r>
          </a:p>
        </p:txBody>
      </p:sp>
      <p:pic>
        <p:nvPicPr>
          <p:cNvPr id="5" name="Picture 4" descr="08_evidenc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70432"/>
            <a:ext cx="9153904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86A6"/>
                </a:solidFill>
              </a:defRPr>
            </a:pPr>
            <a:r>
              <a:t>OmniEvo • development run seed 0 • paired baselines required for performance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